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926080" cy="2926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4592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CodeBuddy Local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774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AI error explainer and fix assistant for Snapdragon PCs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Snapdragon® AI Lab Build &amp; Present Challenge  |  G N Bharath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72768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0992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63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internet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8013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students code where connectivity is patchy, so cloud AI helpers fail when they are needed.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2715768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5292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cost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29443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Pasting coursework or project code into cloud tools raises privacy concerns, and free tiers run out.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65760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858768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9592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Cryptic errors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40873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lose hours to stack traces they cannot read, and search results rarely match their exact code.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 and error message into a simple local web 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169164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code LLM runs on-device on the Snapdragon NPU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5080" y="169164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explanation and a suggested fix, with a beginner mode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offline. No code ever leaves the laptop.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Snapdragon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AI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code LLM (Qwen2.5-Coder or Phi class)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from Qualcomm AI Hub / open source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with QNN for NPU acceleration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4937760" y="160020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and design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4688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backend, lightweight web front 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 after setup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 use keeps laptops on battery longer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NPU vs CPU results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23774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Snapdragon NPU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first token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per second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time per 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 Snapdragon-powered HP PC using the same prompt and model.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 or API keys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3756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stays on the device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 internet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20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 for one-click fixes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more languages and test-failure explanations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CodeBuddy Local</dc:title>
  <dc:subject>PptxGenJS Presentation</dc:subject>
  <dc:creator>PptxGenJS</dc:creator>
  <cp:lastModifiedBy>PptxGenJS</cp:lastModifiedBy>
  <cp:revision>1</cp:revision>
  <dcterms:created xsi:type="dcterms:W3CDTF">2026-09-30T03:53:21Z</dcterms:created>
  <dcterms:modified xsi:type="dcterms:W3CDTF">2026-09-30T03:53:21Z</dcterms:modified>
</cp:coreProperties>
</file>